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Interviewer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Recruitment with Google AI</a:t>
            </a:r>
          </a:p>
          <a:p>
            <a:r>
              <a:t>Presented by Ayushman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screening is slow and inconsistent.</a:t>
            </a:r>
          </a:p>
          <a:p>
            <a:r>
              <a:t>• Bias in human interviewing processes.</a:t>
            </a:r>
          </a:p>
          <a:p>
            <a:r>
              <a:t>• Scaling technical interviews is resource-heavy.</a:t>
            </a:r>
          </a:p>
          <a:p>
            <a:r>
              <a:t>• Lack of automated proctoring in remote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automated interview platform.</a:t>
            </a:r>
          </a:p>
          <a:p>
            <a:r>
              <a:t>• Real-time voice and face analysis for transparency.</a:t>
            </a:r>
          </a:p>
          <a:p>
            <a:r>
              <a:t>• Instant, data-backed feedback and scoring.</a:t>
            </a:r>
          </a:p>
          <a:p>
            <a:r>
              <a:t>• Personalized interview experiences using JD &amp; Resume.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Voice-Enabled Interviews: Natural speech interactions.</a:t>
            </a:r>
          </a:p>
          <a:p>
            <a:r>
              <a:t>• DSA Assessments: Real-time coding and logic evaluation.</a:t>
            </a:r>
          </a:p>
          <a:p>
            <a:r>
              <a:t>• Face &amp; Gesture Proctoring: Automated malpractice detection.</a:t>
            </a:r>
          </a:p>
          <a:p>
            <a:r>
              <a:t>• Interactive Dashboard: Comprehensive candidate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Powered by Google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Gemini Pro: The brain behind dynamic question generation.</a:t>
            </a:r>
          </a:p>
          <a:p>
            <a:r>
              <a:t>• Google Generative AI SDK: Seamless LLM integration.</a:t>
            </a:r>
          </a:p>
          <a:p>
            <a:r>
              <a:t>• Google Text-to-Speech (Cloud): Natural AI-generated interviewer voices.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OAuth 2.0: Secure and trusted user authentication.</a:t>
            </a:r>
          </a:p>
          <a:p>
            <a:r>
              <a:t>• Google Identity Services: Simplified and robust sign-in flow.</a:t>
            </a:r>
          </a:p>
          <a:p>
            <a:r>
              <a:t>• Google Cloud: Scalable backend hosting and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React.js, Tailwind CSS, Framer Motion.</a:t>
            </a:r>
          </a:p>
          <a:p>
            <a:r>
              <a:t>• Backend: FastAPI (Python), WebSocket.</a:t>
            </a:r>
          </a:p>
          <a:p>
            <a:r>
              <a:t>• Database: PostgreSQL with SQLAlchemy.</a:t>
            </a:r>
          </a:p>
          <a:p>
            <a:r>
              <a:t>• Media: OpenCV for video processing, Pydub for audio.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 for 50+ Global Languages.</a:t>
            </a:r>
          </a:p>
          <a:p>
            <a:r>
              <a:t>• Behavioral Sentiment Analysis.</a:t>
            </a:r>
          </a:p>
          <a:p>
            <a:r>
              <a:t>• Integration with LinkedIn &amp; major ATS platforms.</a:t>
            </a:r>
          </a:p>
          <a:p>
            <a:r>
              <a:t>• Advanced VR Interview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  <a:p/>
          <a:p>
            <a:r>
              <a:t>Ayushman Singh</a:t>
            </a:r>
          </a:p>
          <a:p>
            <a:r>
              <a:t>Project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